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14400"/>
            <a:ext cx="960120" cy="2926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978408"/>
            <a:ext cx="777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1">
                <a:rFonts a:latin="Noto Sans" a:ea="Noto Sans" a:cs="Noto Sans"/>
                <a:solidFill>
                  <a:srgbClr val="FFFFFF"/>
                </a:solidFill>
                <a:latin typeface="Noto Sans"/>
              </a:rPr>
              <a:t>SCM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sz="27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SCM Data Analysis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0604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AI SCMデータ分析プロジェクト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01568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本プロジェクトは、欠品リスク、過剰在庫、補充判断、店舗間在庫移動の課題に対して、データサイエンスとAI Agentを活用したSCM意思決定支援システムを構築したものです。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需要予測、SKU・店舗別の発注点、安全在庫、推奨発注数量を一つのダッシュボードに統合し、SCM担当者が迅速に判断できる仕組みを設計しました。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1: Dashboard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SCM Data Analysis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Inventory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SKU・店舗別の発注点（ROP）と安全在庫の設計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83080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単純な需要予測だけではなく、SKU・店舗単位で発注点（ROP）と安全在庫を計算し、実際の補充判断につなげています。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88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7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ROP = 日平均需要 × リードタイム + 安全在庫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4612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安全在庫 = 需要の標準偏差 × Z値（サービスレベル）× √リードタイム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0690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判断ロジック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1. 現在在庫 &lt; ROP のSKUを検出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2. 欠品リスクと需要予測をもとに優先順位を設定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3. 推奨発注数量を算出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4. 必要に応じて店舗間在庫移動を検討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2: ROP &amp; Safety Stock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SCM Data Analysis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AI Agent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5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Agentによる補充判断と説明可能な意思決定支援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737360"/>
            <a:ext cx="5120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Chatbotは、ダッシュボード上のSCMデータをもとに、どのSKUを優先的に再発注すべきかを自然言語で説明します。</a:t>
            </a:r>
          </a:p>
          <a:p>
            <a:pPr>
              <a:lnSpc>
                <a:spcPct val="108000"/>
              </a:lnSpc>
            </a:pP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在庫、ROP、安全在庫、28日需要予測、推奨発注数量を参照し、SCM担当者が理解しやすい形で判断根拠を提示します。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520440"/>
            <a:ext cx="4937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Example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95020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3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どのSKUを優先的に再発注すべきかを教えてください。</a:t>
            </a:r>
          </a:p>
          <a:p>
            <a:pPr>
              <a:lnSpc>
                <a:spcPct val="105000"/>
              </a:lnSpc>
            </a:pPr>
            <a:r>
              <a:rPr sz="13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また、その判断ロジックについても説明してください。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138928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Expected Output: 優先SKU Top 3、判断ロジック、次のアクションを要約表示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2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Screenshot 3: AI Chatbot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415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Insert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SCM Data Analysis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