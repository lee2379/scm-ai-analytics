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Portfolio Title &amp;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57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</a:pPr>
            <a:r>
              <a:rPr sz="22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Agent-based 欠品・過剰在庫を抑える</a:t>
            </a:r>
          </a:p>
          <a:p>
            <a:pPr>
              <a:lnSpc>
                <a:spcPct val="92000"/>
              </a:lnSpc>
            </a:pPr>
            <a:r>
              <a:rPr sz="22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SCM 意思決定支援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SCM Decision Support to Reduce Stockouts and Overstock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本システムは、SCM業務を専門Agentに分解し、需要予測から補充・店舗間移動まで一貫した意思決定支援を行います。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チャット層はライブCSVコンテキストを参照し、数値ロジックと説明可能な回答を提供します。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Architecture Layers / 構成レイヤー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01568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L1  Orchestrator: SCM Manager Agent（質問受付・統合説明）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L2  Reasoning: Gemini 3.5 Flash（Primary）/ Local Rule Agent（Fallback）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L3  Specialists: Forecast · Inventory Policy · Replenishment · Transfer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L4  Foundation: scm_engine + demo CSV → Dashboard &amp; Agent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749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Interview Point / 面接ポイント:</a:t>
            </a:r>
          </a:p>
          <a:p>
            <a:pPr>
              <a:lnSpc>
                <a:spcPct val="105000"/>
              </a:lnSpc>
            </a:pPr>
            <a:r>
              <a:rPr sz="115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単一チャットではなく「予測→ROP→補充→移動→説明」の階層分解デモ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24712"/>
            <a:ext cx="4992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Hierarchical Agent Map / 階層型Agent構成図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59" y="152704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59" y="1527048"/>
            <a:ext cx="28346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1636776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SCMマネージャー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Orchestrator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2093976"/>
            <a:ext cx="0" cy="164592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92240" y="231343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313432"/>
            <a:ext cx="21488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423160"/>
            <a:ext cx="200253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Gemini 3.5 Flash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LLM Agent (Primary)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31343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313432"/>
            <a:ext cx="21488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423160"/>
            <a:ext cx="200253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ローカル・ルール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Rule Agent (Fallback)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62088" y="2258568"/>
            <a:ext cx="1307592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9680" y="2258568"/>
            <a:ext cx="1298448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69680" y="2843784"/>
            <a:ext cx="0" cy="14630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3733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需要予測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Forecast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86016" y="2990088"/>
            <a:ext cx="1883664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7449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449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在庫ポリシー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ROP / SS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357616" y="2990088"/>
            <a:ext cx="512064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1165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165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補充推薦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Replenish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69680" y="2990088"/>
            <a:ext cx="859536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488167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88167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19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店舗間移動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Transfer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69680" y="2990088"/>
            <a:ext cx="2231135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492240" y="4023360"/>
            <a:ext cx="475488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4023360"/>
            <a:ext cx="475488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133088"/>
            <a:ext cx="4608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データ基盤 → scm_engine.py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Sales · Inventory · Forecast · Policy · Recommendations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69680" y="3703320"/>
            <a:ext cx="0" cy="32004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28232" y="4754880"/>
            <a:ext cx="4882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Flow: CSV → Engine → Context → Gemini or Local → NL Answer</a:t>
            </a:r>
          </a:p>
          <a:p>
            <a:pPr>
              <a:lnSpc>
                <a:spcPct val="110000"/>
              </a:lnSpc>
            </a:pPr>
            <a:r>
              <a:rPr sz="85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面接: 数値は再現可能ロジック / 説明はLLM層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SCM Decision Support to Reduce Stockouts and Overstock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